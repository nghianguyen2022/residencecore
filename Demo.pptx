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E622-670E-4AE0-9986-859586905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0922E-1984-4AEB-A7CD-C1660CF20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EA415-8C5A-410E-92BD-6F93905C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586F4-8A07-4E0A-B8CF-1DA1E4D6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1C5EE-30B3-449E-9F52-424598D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FD7B-5C36-4941-8F0E-174C0BEB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D684-3B06-4FA1-8701-8760C3916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99D25-605E-4D7D-AEA9-0774ED1E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63BA6-05E0-4CB6-8213-8D95A4A5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0C726-8184-4D26-B2EC-37BB68FF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8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BB3-697D-4260-88F1-872957B5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D402-98FC-4880-93FF-9DFBF0C72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EAE9-5C1C-4287-AF8C-03CCBF75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E138-67A0-42EC-B4CA-591C874D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55C3-0F6D-4B7B-9818-CAA1B350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7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122E-612D-47FF-95E1-46239432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5C934-4ADC-43D4-9CA7-B79A890D1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0EDB0-B34E-4AB8-A89D-64EBB8337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3BB4F-6811-4925-A760-8456A6B8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27BE1-BE3D-4991-8737-FEF45845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A9C59-3592-4998-B340-30E2EF6B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6C56-C10E-4CA2-9586-9F8D308F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12D4C-14E4-4B66-81B7-BAF33E5CD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6F5C3-FC45-4833-861B-575034C11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109BC-5F87-4C34-AE6E-07639BEEA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B7569-30BF-4C43-AB5D-F48817E1F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FE263-37AE-45A9-8B33-0A7AD91E1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D2143-23C6-475C-8B03-2EAF66BF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DC503-3CCD-42E3-B355-765CB38A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4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1387-BC92-4EDC-847B-5EE41059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0327F-96F6-421F-97D1-DA155A81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CB30D-AB89-4096-8670-1C58BD18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FF613-6744-4745-AE17-1BB43152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655C2-8F5B-46DD-91A2-5AEE578F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70C62-74CB-44A4-B386-26E29C0B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EDF19-282D-4FBD-BB5C-6CBE8103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89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00D5-93B9-4D27-9C7A-9B3D1CFC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A2E99-8207-4B8A-9A75-458683FF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1916D-982F-46BE-8DC9-7A1A0B07A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5D1FE-8D70-480A-81F7-D9DF3921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EDB8B-E0F1-4457-A7AA-33B7F36C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FC6EF-1D5D-499A-9A3F-3E68D734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2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6837-429F-4301-B79E-2D6250B5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5B19D-C3E4-499F-9CDD-54D1D4B5A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350C5-CFD6-47CF-A9C1-AC0BCA61F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992B5-7AA7-46BA-A5C1-47114585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08C2-35D4-41AA-9684-406A6E07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0BCB3-248B-4BB0-BF03-B64F3FAA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0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A2BE-8D39-409D-AB83-00D55965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1C597-1A93-4EB8-8A4B-39960F47A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0D69-1F22-47ED-B4CF-D45C07C4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1B52-933D-4179-8044-C556E2F4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6A82F-F493-437C-B1EA-B553CAD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3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CE786-C865-4D9E-9219-2484A0BDE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CD231-A166-4D59-B407-7E53A4948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EE4DF-51DD-4754-8862-54AFE5E9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200D-3C67-4641-9C8E-B7247B0E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A7C6-EDC9-4593-B3C7-6011AE99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0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10230-3845-408A-B332-AA4E93010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3E80-10C3-4C9B-BFD8-7997DBE5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538D1-646F-477F-BB3D-BDEE6EE98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9EAC9-6717-4136-A93D-58D24EB7478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6395-2A12-4508-9B35-AC46C76C9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2D73-4DF5-473B-87CC-75453AABF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CADA3-317C-4C61-9A76-4AA7288F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1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3095CD-8289-4D4A-8F3B-37088CCE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465"/>
            <a:ext cx="12192000" cy="646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3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05C4D-CE5D-41AC-B4B8-BD4D36AE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44"/>
            <a:ext cx="12192000" cy="65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8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4EF83-81F2-4712-8DE1-6D7B9CAAF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267"/>
            <a:ext cx="12192000" cy="6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8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C5BA4A-1BDB-42FA-898D-C1F33A7AE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76" y="384515"/>
            <a:ext cx="9418310" cy="5133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81B780-29C1-4EC5-8978-5CBF6AC7A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859" y="3429000"/>
            <a:ext cx="3355563" cy="36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9A76E-1CD1-4840-91E6-59796BB32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66"/>
            <a:ext cx="12192000" cy="648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7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63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Nguyen</dc:creator>
  <cp:lastModifiedBy>Paul Nguyen</cp:lastModifiedBy>
  <cp:revision>1</cp:revision>
  <dcterms:created xsi:type="dcterms:W3CDTF">2026-06-01T00:10:16Z</dcterms:created>
  <dcterms:modified xsi:type="dcterms:W3CDTF">2026-06-01T00:12:18Z</dcterms:modified>
</cp:coreProperties>
</file>